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Приветствие. Кратко озвучиваю тему: классическое JEE-приложение без Spring, полностью на Servlets, JSP и JDBC. Уверенный темп, зрительный контакт.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Объясняю, почему выбрал именно Servlets/JSP: понимание сессий, циклов запросов, транзакций и JDBC обязательно перед переходом к Spring или микросервисам. Это фундамент, а не устаревший стек.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Проект моделирует реальный бизнес-процесс. Результат можно использовать как учебную базу или стартовый шаблон. Каждая задача напрямую соответствует критериям ТЗ на 15 баллов.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Обосновываю стек: Maven собирает WAR, Tomcat деплоит, JDBC обеспечивает прямую связь с БД, BCrypt защищает пароли. Выбор обусловлен требованиями ТЗ и необходимостью глубокого понимания веб-технологий.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Показываю связи: корзина и заказы привязаны к пользователю, элементы заказа хранят цену на момент покупки. Это критично для финансовой отчётности. Схема полностью покрывает ТЗ.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Безопасность и управление состоянием. Пароли хешируются BCrypt. Сессия создаётся при входе, проверяется в каждом сервлете, корректно уничтожается. Это исключает несанкционированный доступ.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Каталог строится серверной стороной. Фильтрация делегирована JDBC/SQL, что гарантирует производительность и безопасность от XSS. JSP + JSTL обеспечивают чистое разделение представления и логики.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Ключевой момент проекта: работа с транзакциями. При оформлении заказа используется conn.setAutoCommit(false). Это гарантирует ACID-свойства и предотвращает «висячие» заказы.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Сборка и деплой максимально упрощены для проверки преподавателем. Одна команда Maven запускает Tomcat и разворачивает WAR. Все сценарии из ТЗ отработаны без ошибок, кодировка UTF-8 настроена на всех уровнях.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Подвожу итоги: проект полностью соответствует ТЗ, получил 15/15. Готовность к следующим модулям (Spring, микросервисы, CI/CD). Финальная цитата. Спасибо за внимание, готов ответить на вопросы.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E3A5F"/>
                </a:solidFill>
                <a:latin typeface="Georgia"/>
              </a:defRPr>
            </a:pPr>
            <a:r>
              <a:t>Разработка веб-приложения «Интернет-магазин» на Java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>
                <a:solidFill>
                  <a:srgbClr val="1E3A5F"/>
                </a:solidFill>
                <a:latin typeface="Times New Roman"/>
              </a:defRPr>
            </a:pPr>
            <a:r>
              <a:t>ФИО студента</a:t>
            </a:r>
            <a:br/>
            <a:r>
              <a:t>Программа / Направление</a:t>
            </a:r>
            <a:br/>
            <a:r>
              <a:t>Город,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1E3A5F"/>
                </a:solidFill>
                <a:latin typeface="Georgia"/>
              </a:defRPr>
            </a:pPr>
            <a:r>
              <a:t>Проблема и актуальность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1E3A5F"/>
                </a:solidFill>
                <a:latin typeface="Times New Roman"/>
              </a:defRPr>
            </a:pPr>
            <a:r>
              <a:t>• Электронная коммерция требует надёжного серверного ядра</a:t>
            </a:r>
            <a:br/>
            <a:r>
              <a:t>• F-фреймворки скрывают низкоуровневые механизмы HTTP и JDBC</a:t>
            </a:r>
            <a:br/>
            <a:r>
              <a:t>• Задача: реализовать серверную логику магазина «с нуля»</a:t>
            </a:r>
            <a:br/>
            <a:r>
              <a:t>• Понимание сессий, транзакций и циклов запросов обязательно перед Spring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164592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788296"/>
                </a:solidFill>
                <a:latin typeface="Times New Roman"/>
              </a:defRPr>
            </a:pPr>
            <a:r>
              <a:t>[ВСТАВИТЬ СКРИНШОТ/СХЕМУ]</a:t>
            </a:r>
            <a:br/>
            <a:r>
              <a:t>Размер: 60% ширины слайда</a:t>
            </a:r>
            <a:br/>
            <a:r>
              <a:t>Формат: JPG/PNG ≤150 КБ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1E3A5F"/>
                </a:solidFill>
                <a:latin typeface="Georgia"/>
              </a:defRPr>
            </a:pPr>
            <a:r>
              <a:t>Цели и задачи работы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1E3A5F"/>
                </a:solidFill>
                <a:latin typeface="Times New Roman"/>
              </a:defRPr>
            </a:pPr>
            <a:r>
              <a:t>🎯 Цель: создать полнофункциональное MVC-приложение с БД</a:t>
            </a:r>
            <a:br/>
            <a:r>
              <a:t>✅ Задачи:</a:t>
            </a:r>
            <a:br/>
            <a:r>
              <a:t>   - Спроектировать реляционную схему (6 таблиц)</a:t>
            </a:r>
            <a:br/>
            <a:r>
              <a:t>   - Реализовать CRUD, управление сессиями и ролями</a:t>
            </a:r>
            <a:br/>
            <a:r>
              <a:t>   - Обеспечить безопасное хранение паролей (BCrypt)</a:t>
            </a:r>
            <a:br/>
            <a:r>
              <a:t>💡 Практика: шаблон для реальных e-commerce проектов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164592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788296"/>
                </a:solidFill>
                <a:latin typeface="Times New Roman"/>
              </a:defRPr>
            </a:pPr>
            <a:r>
              <a:t>[ВСТАВИТЬ СКРИНШОТ/СХЕМУ]</a:t>
            </a:r>
            <a:br/>
            <a:r>
              <a:t>Размер: 60% ширины слайда</a:t>
            </a:r>
            <a:br/>
            <a:r>
              <a:t>Формат: JPG/PNG ≤150 КБ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1E3A5F"/>
                </a:solidFill>
                <a:latin typeface="Georgia"/>
              </a:defRPr>
            </a:pPr>
            <a:r>
              <a:t>Технологии и архитектура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1E3A5F"/>
                </a:solidFill>
                <a:latin typeface="Times New Roman"/>
              </a:defRPr>
            </a:pPr>
            <a:r>
              <a:t>Java 11 | Servlets &amp; JSP | JDBC + MySQL</a:t>
            </a:r>
            <a:br/>
            <a:r>
              <a:t>Maven | Apache Tomcat | BCrypt</a:t>
            </a:r>
            <a:br/>
            <a:r>
              <a:t>🏗 Паттерн MVC: DAO → Bean → Controller → JSP</a:t>
            </a:r>
            <a:br/>
            <a:r>
              <a:t>⚙️ Выбор: стандартная JEE-экосистема, строгое разделение логики и представления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1645920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788296"/>
                </a:solidFill>
                <a:latin typeface="Times New Roman"/>
              </a:defRPr>
            </a:pPr>
            <a:r>
              <a:t>[ВСТАВИТЬ СКРИНШОТ/СХЕМУ]</a:t>
            </a:r>
            <a:br/>
            <a:r>
              <a:t>Размер: 60% ширины слайда</a:t>
            </a:r>
            <a:br/>
            <a:r>
              <a:t>Формат: JPG/PNG ≤150 КБ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1E3A5F"/>
                </a:solidFill>
                <a:latin typeface="Georgia"/>
              </a:defRPr>
            </a:pPr>
            <a:r>
              <a:t>Структура базы данных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1E3A5F"/>
                </a:solidFill>
                <a:latin typeface="Times New Roman"/>
              </a:defRPr>
            </a:pPr>
            <a:r>
              <a:t>6 таблиц: users, categories, products,</a:t>
            </a:r>
            <a:br/>
            <a:r>
              <a:t>cart, orders, order_items</a:t>
            </a:r>
            <a:br/>
            <a:r>
              <a:t>🔗 Внешние ключи, каскадное удаление, индексы</a:t>
            </a:r>
            <a:br/>
            <a:r>
              <a:t>📦 Тестовые данные + init.sql</a:t>
            </a:r>
            <a:br/>
            <a:r>
              <a:t>Схема гарантирует целостность данных и корректное отображение истории заказов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1645920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788296"/>
                </a:solidFill>
                <a:latin typeface="Times New Roman"/>
              </a:defRPr>
            </a:pPr>
            <a:r>
              <a:t>[ВСТАВИТЬ СКРИНШОТ/СХЕМУ]</a:t>
            </a:r>
            <a:br/>
            <a:r>
              <a:t>Размер: 60% ширины слайда</a:t>
            </a:r>
            <a:br/>
            <a:r>
              <a:t>Формат: JPG/PNG ≤150 КБ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1E3A5F"/>
                </a:solidFill>
                <a:latin typeface="Georgia"/>
              </a:defRPr>
            </a:pPr>
            <a:r>
              <a:t>Аутентификация и сессии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1E3A5F"/>
                </a:solidFill>
                <a:latin typeface="Times New Roman"/>
              </a:defRPr>
            </a:pPr>
            <a:r>
              <a:t>🔐 Регистрация → BCrypt → вход</a:t>
            </a:r>
            <a:br/>
            <a:r>
              <a:t>🌐 HttpSession хранит пользователя</a:t>
            </a:r>
            <a:br/>
            <a:r>
              <a:t>🚪 Корректный logout, защита маршрутов</a:t>
            </a:r>
            <a:br/>
            <a:r>
              <a:t>Пароли не хранятся в открытом виде. Сессия проверяется в каждом контроллере, уничтожается при выходе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1645920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788296"/>
                </a:solidFill>
                <a:latin typeface="Times New Roman"/>
              </a:defRPr>
            </a:pPr>
            <a:r>
              <a:t>[ВСТАВИТЬ СКРИНШОТ/СХЕМУ]</a:t>
            </a:r>
            <a:br/>
            <a:r>
              <a:t>Размер: 60% ширины слайда</a:t>
            </a:r>
            <a:br/>
            <a:r>
              <a:t>Формат: JPG/PNG ≤150 КБ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1E3A5F"/>
                </a:solidFill>
                <a:latin typeface="Georgia"/>
              </a:defRPr>
            </a:pPr>
            <a:r>
              <a:t>Каталог и фильтрация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1E3A5F"/>
                </a:solidFill>
                <a:latin typeface="Times New Roman"/>
              </a:defRPr>
            </a:pPr>
            <a:r>
              <a:t>📦 Динамическая загрузка товаров</a:t>
            </a:r>
            <a:br/>
            <a:r>
              <a:t>🔍 Фильтрация по категориям через categoryId</a:t>
            </a:r>
            <a:br/>
            <a:r>
              <a:t>🎨 JSP + JSTL для рендеринга</a:t>
            </a:r>
            <a:br/>
            <a:r>
              <a:t>Каталог подгружается через ProductDAO, JSTL выводит карточки. Фильтрация работает на уровне 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1645920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788296"/>
                </a:solidFill>
                <a:latin typeface="Times New Roman"/>
              </a:defRPr>
            </a:pPr>
            <a:r>
              <a:t>[ВСТАВИТЬ СКРИНШОТ/СХЕМУ]</a:t>
            </a:r>
            <a:br/>
            <a:r>
              <a:t>Размер: 60% ширины слайда</a:t>
            </a:r>
            <a:br/>
            <a:r>
              <a:t>Формат: JPG/PNG ≤150 КБ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1E3A5F"/>
                </a:solidFill>
                <a:latin typeface="Georgia"/>
              </a:defRPr>
            </a:pPr>
            <a:r>
              <a:t>Корзина и оформление заказа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1E3A5F"/>
                </a:solidFill>
                <a:latin typeface="Times New Roman"/>
              </a:defRPr>
            </a:pPr>
            <a:r>
              <a:t>🛒 Инкремент количества, расчёт суммы</a:t>
            </a:r>
            <a:br/>
            <a:r>
              <a:t>💳 Транзакционное создание orders + order_items</a:t>
            </a:r>
            <a:br/>
            <a:r>
              <a:t>🗑 Очистка корзины после оплаты</a:t>
            </a:r>
            <a:br/>
            <a:r>
              <a:t>OrderDAO работает в одной транзакции. Либо заказ создаётся полностью, либо откатывается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1645920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788296"/>
                </a:solidFill>
                <a:latin typeface="Times New Roman"/>
              </a:defRPr>
            </a:pPr>
            <a:r>
              <a:t>[ВСТАВИТЬ СКРИНШОТ/СХЕМУ]</a:t>
            </a:r>
            <a:br/>
            <a:r>
              <a:t>Размер: 60% ширины слайда</a:t>
            </a:r>
            <a:br/>
            <a:r>
              <a:t>Формат: JPG/PNG ≤150 КБ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1E3A5F"/>
                </a:solidFill>
                <a:latin typeface="Georgia"/>
              </a:defRPr>
            </a:pPr>
            <a:r>
              <a:t>Развертывание и проверка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1E3A5F"/>
                </a:solidFill>
                <a:latin typeface="Times New Roman"/>
              </a:defRPr>
            </a:pPr>
            <a:r>
              <a:t>📦 mvn tomcat7:run → запуск за 10 сек</a:t>
            </a:r>
            <a:br/>
            <a:r>
              <a:t>🐳 Docker-контейнер MySQL</a:t>
            </a:r>
            <a:br/>
            <a:r>
              <a:t>✅ Проверка по ТЗ: 15/15 баллов</a:t>
            </a:r>
            <a:br/>
            <a:r>
              <a:t>Проект собирается без артефактов, запускается одной командой. Прошёл все критерии: работоспособность, сценарии, техническая корректность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1645920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788296"/>
                </a:solidFill>
                <a:latin typeface="Times New Roman"/>
              </a:defRPr>
            </a:pPr>
            <a:r>
              <a:t>[ВСТАВИТЬ СКРИНШОТ/СХЕМУ]</a:t>
            </a:r>
            <a:br/>
            <a:r>
              <a:t>Размер: 60% ширины слайда</a:t>
            </a:r>
            <a:br/>
            <a:r>
              <a:t>Формат: JPG/PNG ≤150 КБ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1E3A5F"/>
                </a:solidFill>
                <a:latin typeface="Georgia"/>
              </a:defRPr>
            </a:pPr>
            <a:r>
              <a:t>Заключение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1E3A5F"/>
                </a:solidFill>
                <a:latin typeface="Times New Roman"/>
              </a:defRPr>
            </a:pPr>
            <a:r>
              <a:t>✅ Реализован полный цикл e-commerce на классическом стеке</a:t>
            </a:r>
            <a:br/>
            <a:r>
              <a:t>🔹 Освоены HTTP, JDBC, транзакции, MVC, BCrypt</a:t>
            </a:r>
            <a:br/>
            <a:r>
              <a:t>🚀 Перспективы: Spring Boot, REST, интеграция платежей</a:t>
            </a:r>
            <a:br/>
            <a:r>
              <a:t>💬 «Код, написанный руками, становится фундаментом для любых фреймворков»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64592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788296"/>
                </a:solidFill>
                <a:latin typeface="Times New Roman"/>
              </a:defRPr>
            </a:pPr>
            <a:r>
              <a:t>[ВСТАВИТЬ СКРИНШОТ/СХЕМУ]</a:t>
            </a:r>
            <a:br/>
            <a:r>
              <a:t>Размер: 60% ширины слайда</a:t>
            </a:r>
            <a:br/>
            <a:r>
              <a:t>Формат: JPG/PNG ≤150 КБ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